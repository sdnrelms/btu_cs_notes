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T Sans Narrow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88ae9ac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88ae9ac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f88ae9ac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f88ae9ac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88ae9ac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88ae9ac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88ae9ac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88ae9a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88ae9ac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88ae9ac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88ae9ac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88ae9a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f88ae9ac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f88ae9ac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88ae9ac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88ae9ac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88ae9ac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f88ae9ac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mh-nexus.de/en/hxd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Hexeditör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Arş. Gör. Hasibe CANDAN KADEM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Arş. Gör. Yusuf KAYIPMAZ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Hexeditör Nedir?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Her dosya (TXT, PDF, JPG, EXE fark etmez) temelde byte dizileridir.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Her byte 8 bittir → 2⁸ = 256 farklı değer → 00 – FF (hex) aralığı.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tr"/>
              <a:t>Hexeditör, bu ham baytları onaltılık (hexadecimal) formatta gösterir.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u="sng">
                <a:solidFill>
                  <a:schemeClr val="hlink"/>
                </a:solidFill>
                <a:hlinkClick r:id="rId3"/>
              </a:rPr>
              <a:t>https://mh-nexus.de/en/hxd/</a:t>
            </a:r>
            <a:r>
              <a:rPr lang="tr"/>
              <a:t> adresine giderek hexeditörü kurup açalım.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Boş bir txt dosyasını hexeditör ile açalım.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Txt dosyasına “Merhaba” yazıp kaydettikten sonra hexeditörde değişiklikleri kontrol edelim.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TXT Dosyası Örneği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Hexeditörde “4D 65 72 68 61 62 61” hex sayılarını göreceksiniz. (Sonraki slaytta ASCII kodları yer almaktadır)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Txt dosyasında “Merhaba” ifadesinin yanına “ Dünya!” ekleyerek değişiklikleri gözlemleyelim. Türkçe karakterlerin nasıl depolandığını inceleyelim.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Hexeditörde “C3 BC” ile gördüğümüz karakterler neyi temsil ediyor?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ASCII Kodları</a:t>
            </a:r>
            <a:endParaRPr/>
          </a:p>
        </p:txBody>
      </p:sp>
      <p:pic>
        <p:nvPicPr>
          <p:cNvPr id="85" name="Google Shape;85;p16" title="ASCII-Table-w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525" y="1152425"/>
            <a:ext cx="5542948" cy="3686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Word, Excel, Powerpoint Dosyaları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Word, excel, powerpoint dosyaları başlangıç ve bitiş imzaları için aynı başlangıcı kullanır.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Hexeditörde “50 4B 03 04” ile başladığını göreceksiniz. Bu ZIP dosyaları ile aynıdır çünkü word, excel gibi belgeler aslında bir sıkıştırılmış dosyadır ve aynı imzayı kullanırlar.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Word dosyasının uzantısını .zip yapıp “word\document.xml” dosyasını inceleyelim.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PDF Dosyası Örneği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Hexeditörde PDF uzantılı bir dosya açıp inceleyelim.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İlk başta görülüyor ki “25 50 44 46 2D 31 2E 37” ile temsil edilen kısımda dosyanın türü yer alıyor.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En sonda ise “25 25 45 4F 46” ile dosyanın bitişi temsil ediliyor.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JPG Dosyası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Dersin e-kampüs sayfasına yüklenen “tr.jpg” dosyasını indirip Hexeditör ile açın.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Başlangıçta “FF D8 FF E0 00 10 4A 46 49 46” imzasından bunun bir JPG dosyası olduğu anlaşılmaktadır.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Sonda yer alan “FF D9” ise JPG dosyasının bittiğinin işaretidir.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Bu ifadenin sonrasına yazılacak herhangi bir içerik (dosya tekrar kaydedilene kadar) gizli olarak görselin şeklini bozmadan saklanabilir.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PNG Dosyası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Ekampüse yüklenen “kareler.png” dosyasını hexeditör ile açın.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“89 50 4E 47 0D 0A 1A 0A” ile başlayan kısım PNG başlangıç imzasıdır.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“49 48 44 52” yani “IHDR” ile başlayan kısım görsel boyutu ve rengi bilgilerini vermektedir.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“49 44 41 54” yani “IDAT” ile başlayan kısım görselin verisinin saklandığı alandır.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“49 45 4E 44” yani “IEND” ise dosyanın bitişini gösterir.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BMP Dosyası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Bitmap görseller sıkıştırılmamış, BGR değerini olduğu gibi saklayan görsellerdir.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Her bir pikselin karşılığı o pikselin hex renk karşılığıdır.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Ekampüste paylaşılan “gem.bmp” dosyasını açıp inceleyin.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Etkinlik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Ekampüste yer alan “kilit.bmp” isimli dosyayı indirin.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Dosyanın içerisinde gizli sözcüğü bulup yüksek sesle okuyun.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/>
              <a:t>BMP görsellerin pixel sıralaması sol alt -&gt; soldan sağa -&gt; en son sağ üst pixel olacak şekildedir.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/>
              <a:t>İlk okuyan kişi +’yı kapar :)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